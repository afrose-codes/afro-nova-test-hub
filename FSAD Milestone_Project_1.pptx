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</p:embeddedFont>
    <p:embeddedFont>
      <p:font typeface="Gotham Bold Italics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3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EE433-630C-43CF-BA44-EA7951A3009C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10A1B-493A-41F8-ABCD-D9926BF48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66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10A1B-493A-41F8-ABCD-D9926BF4891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929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AFROSE BEEMA M A – VTU24445– Reg.No:23UECS0651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Dr./Mr./Mrs. Name - Designation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57700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086100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4" y="5201040"/>
            <a:ext cx="508158" cy="645221"/>
            <a:chOff x="0" y="243389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243389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199" y="455343"/>
              <a:ext cx="660399" cy="623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61495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580895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981700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266695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952495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605501" y="3172782"/>
            <a:ext cx="14691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Paper-based assessments involve significant administrative effort, cost, and resource utilization.</a:t>
            </a:r>
            <a:endParaRPr lang="en-IN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263FC8-5513-49D7-B7AA-1B6C97F07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588" y="2151934"/>
            <a:ext cx="146912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examination systems are largely manual, time-intensive, and susceptible to human error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6149CE-F3BD-4C38-B2E2-53E83595BB42}"/>
              </a:ext>
            </a:extLst>
          </p:cNvPr>
          <p:cNvSpPr txBox="1"/>
          <p:nvPr/>
        </p:nvSpPr>
        <p:spPr>
          <a:xfrm>
            <a:off x="1829688" y="3924118"/>
            <a:ext cx="12114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Delays in result processing affect academic efficiency and decision-making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27279E-EA6F-4AA6-8A29-B44041B3D4AF}"/>
              </a:ext>
            </a:extLst>
          </p:cNvPr>
          <p:cNvSpPr txBox="1"/>
          <p:nvPr/>
        </p:nvSpPr>
        <p:spPr>
          <a:xfrm>
            <a:off x="1772538" y="4494997"/>
            <a:ext cx="13943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Institutions require a secure, scalable, and automated examination framework.</a:t>
            </a:r>
            <a:endParaRPr lang="en-IN" sz="2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D5B8A3-6A71-492F-A83E-A5D26CE57F9A}"/>
              </a:ext>
            </a:extLst>
          </p:cNvPr>
          <p:cNvSpPr txBox="1"/>
          <p:nvPr/>
        </p:nvSpPr>
        <p:spPr>
          <a:xfrm>
            <a:off x="1605500" y="5137271"/>
            <a:ext cx="9677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 The proposed system digitizes the entire examination lifecycle.</a:t>
            </a:r>
            <a:endParaRPr lang="en-IN" sz="2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F981D0-9D30-4D68-917C-216880D760FD}"/>
              </a:ext>
            </a:extLst>
          </p:cNvPr>
          <p:cNvSpPr txBox="1"/>
          <p:nvPr/>
        </p:nvSpPr>
        <p:spPr>
          <a:xfrm>
            <a:off x="1605500" y="592491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  It enables real-time evaluation and instant result generation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F444F4-BF4B-4171-AE28-CE6F414FE7DF}"/>
              </a:ext>
            </a:extLst>
          </p:cNvPr>
          <p:cNvSpPr txBox="1"/>
          <p:nvPr/>
        </p:nvSpPr>
        <p:spPr>
          <a:xfrm>
            <a:off x="1504033" y="6560523"/>
            <a:ext cx="12554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   The platform ensures data integrity, transparency, and operational efficiency.</a:t>
            </a:r>
            <a:endParaRPr lang="en-IN" sz="2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BE4701-7B6D-467A-ADCE-7E9BDE3FD7C3}"/>
              </a:ext>
            </a:extLst>
          </p:cNvPr>
          <p:cNvSpPr txBox="1"/>
          <p:nvPr/>
        </p:nvSpPr>
        <p:spPr>
          <a:xfrm>
            <a:off x="1829688" y="7215711"/>
            <a:ext cx="10815099" cy="543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This solution aligns with modern digital transformation in education</a:t>
            </a:r>
            <a:r>
              <a:rPr lang="en-US" dirty="0"/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D40E7E-2B9E-488D-A601-DB127A8E6559}"/>
              </a:ext>
            </a:extLst>
          </p:cNvPr>
          <p:cNvSpPr txBox="1"/>
          <p:nvPr/>
        </p:nvSpPr>
        <p:spPr>
          <a:xfrm>
            <a:off x="1772538" y="7871383"/>
            <a:ext cx="10264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 It ensures data integrity, transparency, and operational efficiency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52349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8" y="5373139"/>
            <a:ext cx="550131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9642" y="711429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8" y="6276095"/>
            <a:ext cx="550131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8028695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8" y="8866895"/>
            <a:ext cx="550131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701819" y="2015464"/>
            <a:ext cx="15164061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current examination process in many institutions is manual and paper-based.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Manual question paper preparation and evaluation consume significant time and effort.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Result calculation is often delayed and prone to human errors.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Managing large volumes of student and examination data becomes inefficient.</a:t>
            </a:r>
          </a:p>
          <a:p>
            <a:endParaRPr lang="en-US" sz="2800" dirty="0"/>
          </a:p>
          <a:p>
            <a:r>
              <a:rPr lang="en-US" sz="2800" dirty="0"/>
              <a:t>Lack of automation reduces transparency and accuracy in performance assessment.</a:t>
            </a:r>
          </a:p>
          <a:p>
            <a:endParaRPr lang="en-US" sz="2800" dirty="0"/>
          </a:p>
          <a:p>
            <a:r>
              <a:rPr lang="en-US" sz="2800" dirty="0"/>
              <a:t>Traditional systems do not provide instant feedback or real-time analysis.</a:t>
            </a:r>
          </a:p>
          <a:p>
            <a:endParaRPr lang="en-US" sz="2800" dirty="0"/>
          </a:p>
          <a:p>
            <a:r>
              <a:rPr lang="en-US" sz="2800" dirty="0"/>
              <a:t>Data storage and record maintenance are not fully secure or organized.</a:t>
            </a:r>
          </a:p>
          <a:p>
            <a:endParaRPr lang="en-US" sz="2800" dirty="0"/>
          </a:p>
          <a:p>
            <a:r>
              <a:rPr lang="en-US" sz="2800" dirty="0"/>
              <a:t>There is limited transparency in the evaluation and result declaration process.</a:t>
            </a:r>
          </a:p>
          <a:p>
            <a:endParaRPr lang="en-US" sz="2800" dirty="0"/>
          </a:p>
          <a:p>
            <a:r>
              <a:rPr lang="en-US" sz="2800" dirty="0"/>
              <a:t>Hence, a dynamic, secure, and automated online examination and result processing system is essential to improve efficiency and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4379637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5437895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2085095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6580895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3380495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7571495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76975" y="201225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To design and develop</a:t>
            </a:r>
            <a:r>
              <a:rPr lang="en-US" sz="2800" dirty="0"/>
              <a:t> a web-based Online Examination System using PHP and MySQL hosted on XAMPP server.</a:t>
            </a:r>
          </a:p>
          <a:p>
            <a:endParaRPr lang="en-US" sz="2800" dirty="0"/>
          </a:p>
          <a:p>
            <a:r>
              <a:rPr lang="en-US" sz="2800" b="1" dirty="0"/>
              <a:t>To implement</a:t>
            </a:r>
            <a:r>
              <a:rPr lang="en-US" sz="2800" dirty="0"/>
              <a:t> secure user authentication, automated question management, and real-time result generation.</a:t>
            </a:r>
          </a:p>
          <a:p>
            <a:endParaRPr lang="en-US" sz="2800" dirty="0"/>
          </a:p>
          <a:p>
            <a:r>
              <a:rPr lang="en-US" sz="2800" dirty="0"/>
              <a:t>To design and develop </a:t>
            </a:r>
            <a:r>
              <a:rPr lang="en-US" sz="2800" b="1" dirty="0"/>
              <a:t>a secure web-based Online Examination System using PHP and MySQL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To implement </a:t>
            </a:r>
            <a:r>
              <a:rPr lang="en-US" sz="2800" b="1" dirty="0"/>
              <a:t>automated question management, user authentication, and real-time result generation</a:t>
            </a:r>
          </a:p>
          <a:p>
            <a:endParaRPr lang="en-US" sz="2800" dirty="0"/>
          </a:p>
          <a:p>
            <a:r>
              <a:rPr lang="en-US" sz="2800" dirty="0"/>
              <a:t>To improve </a:t>
            </a:r>
            <a:r>
              <a:rPr lang="en-US" sz="2800" b="1" dirty="0"/>
              <a:t>accuracy, efficiency, and transparency in examination and result processing</a:t>
            </a:r>
          </a:p>
          <a:p>
            <a:endParaRPr lang="en-US" sz="2800" dirty="0"/>
          </a:p>
          <a:p>
            <a:r>
              <a:rPr lang="en-US" sz="2800" dirty="0"/>
              <a:t>To evaluate performance of </a:t>
            </a:r>
            <a:r>
              <a:rPr lang="en-US" sz="2800" b="1" dirty="0"/>
              <a:t>the system based on response time, reliability, and data security</a:t>
            </a:r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80495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67300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781300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73329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818895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571495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8343900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19050" y="43806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656416" y="1997676"/>
            <a:ext cx="1578378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proposed system is a web-based Online Examination System developed using PHP and MySQL on XAMPP server.</a:t>
            </a:r>
          </a:p>
          <a:p>
            <a:r>
              <a:rPr lang="en-US" sz="2800" dirty="0"/>
              <a:t>It automates exam creation, question management, student registration, and result processing.</a:t>
            </a:r>
          </a:p>
          <a:p>
            <a:r>
              <a:rPr lang="en-US" sz="2800" dirty="0"/>
              <a:t>The system provides secure login authentication for Admin and Students</a:t>
            </a:r>
          </a:p>
          <a:p>
            <a:endParaRPr lang="en-IN" sz="2800" dirty="0"/>
          </a:p>
          <a:p>
            <a:r>
              <a:rPr lang="en-US" sz="2800" dirty="0"/>
              <a:t>It enables real-time evaluation and instant result generation after exam submission.</a:t>
            </a:r>
          </a:p>
          <a:p>
            <a:endParaRPr lang="en-US" sz="2800" dirty="0"/>
          </a:p>
          <a:p>
            <a:r>
              <a:rPr lang="en-US" sz="2800" dirty="0"/>
              <a:t>It reduces manual paperwork, evaluation time, and human calculation errors.</a:t>
            </a:r>
          </a:p>
          <a:p>
            <a:endParaRPr lang="en-US" sz="2800" dirty="0"/>
          </a:p>
          <a:p>
            <a:r>
              <a:rPr lang="en-US" sz="2800" dirty="0"/>
              <a:t>All student and examination data are securely stored in a centralized database.</a:t>
            </a:r>
          </a:p>
          <a:p>
            <a:endParaRPr lang="en-US" sz="2800" dirty="0"/>
          </a:p>
          <a:p>
            <a:r>
              <a:rPr lang="en-US" sz="2800" dirty="0"/>
              <a:t>The system improves transparency by providing immediate score visibility.</a:t>
            </a:r>
          </a:p>
          <a:p>
            <a:endParaRPr lang="en-US" sz="2800" dirty="0"/>
          </a:p>
          <a:p>
            <a:r>
              <a:rPr lang="en-US" sz="2800" dirty="0"/>
              <a:t>It is scalable, cost-effective, and easy to maintain compared to traditional examination systems.</a:t>
            </a:r>
          </a:p>
          <a:p>
            <a:endParaRPr lang="en-US" sz="2800" dirty="0"/>
          </a:p>
          <a:p>
            <a:r>
              <a:rPr lang="en-US" sz="2800" dirty="0"/>
              <a:t>The system supports performance analysis and report generation for better academic decision-making.</a:t>
            </a:r>
          </a:p>
          <a:p>
            <a:endParaRPr lang="en-US" sz="2800" dirty="0"/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108361-C0DD-405F-AE1C-42F123996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832963" y="1607113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36FC82E-5C9A-4414-8890-F99FCE8F1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925" y="2044200"/>
            <a:ext cx="11582400" cy="69092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1704035" y="1302008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D2E3C3-6BA9-460A-A65B-5BA0B7DA0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71344"/>
            <a:ext cx="11201400" cy="7363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697043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83769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2095500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467589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3009900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6362700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5590295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8104895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8943095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728050" y="2140319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HTML</a:t>
            </a:r>
            <a:r>
              <a:rPr lang="en-IN" sz="2800" dirty="0"/>
              <a:t> – Structure of web pages.</a:t>
            </a:r>
          </a:p>
          <a:p>
            <a:endParaRPr lang="en-IN" sz="2800" dirty="0"/>
          </a:p>
          <a:p>
            <a:r>
              <a:rPr lang="en-IN" sz="2800" b="1" dirty="0"/>
              <a:t>CSS</a:t>
            </a:r>
            <a:r>
              <a:rPr lang="en-IN" sz="2800" dirty="0"/>
              <a:t> – Styling and user interface design.</a:t>
            </a:r>
          </a:p>
          <a:p>
            <a:endParaRPr lang="en-IN" sz="2800" dirty="0"/>
          </a:p>
          <a:p>
            <a:r>
              <a:rPr lang="en-IN" sz="2800" b="1" dirty="0"/>
              <a:t>PHP</a:t>
            </a:r>
            <a:r>
              <a:rPr lang="en-IN" sz="2800" dirty="0"/>
              <a:t> – Server-side scripting for backend processing.</a:t>
            </a:r>
          </a:p>
          <a:p>
            <a:endParaRPr lang="en-IN" sz="2800" dirty="0"/>
          </a:p>
          <a:p>
            <a:r>
              <a:rPr lang="en-IN" sz="2800" b="1" dirty="0"/>
              <a:t>Apache Server (XAMPP)</a:t>
            </a:r>
            <a:r>
              <a:rPr lang="en-IN" sz="2800" dirty="0"/>
              <a:t> – Local server environment to host the application.</a:t>
            </a:r>
          </a:p>
          <a:p>
            <a:endParaRPr lang="en-IN" sz="2800" dirty="0"/>
          </a:p>
          <a:p>
            <a:r>
              <a:rPr lang="en-IN" sz="2800" b="1" dirty="0"/>
              <a:t>MySQL</a:t>
            </a:r>
            <a:r>
              <a:rPr lang="en-IN" sz="2800" dirty="0"/>
              <a:t> – Relational database for storing student and exam data.</a:t>
            </a:r>
          </a:p>
          <a:p>
            <a:endParaRPr lang="en-IN" sz="2800" dirty="0"/>
          </a:p>
          <a:p>
            <a:r>
              <a:rPr lang="en-IN" sz="2800" b="1" dirty="0"/>
              <a:t>phpMyAdmin</a:t>
            </a:r>
            <a:r>
              <a:rPr lang="en-IN" sz="2800" dirty="0"/>
              <a:t> – Database management tool for handling tables and queries.</a:t>
            </a:r>
          </a:p>
          <a:p>
            <a:endParaRPr lang="en-IN" sz="2800" dirty="0"/>
          </a:p>
          <a:p>
            <a:r>
              <a:rPr lang="en-IN" sz="2800" b="1" dirty="0"/>
              <a:t>Visual Studio Code</a:t>
            </a:r>
            <a:r>
              <a:rPr lang="en-IN" sz="2800" dirty="0"/>
              <a:t> – Code editor for development.</a:t>
            </a:r>
          </a:p>
          <a:p>
            <a:endParaRPr lang="en-IN" sz="2800" dirty="0"/>
          </a:p>
          <a:p>
            <a:r>
              <a:rPr lang="en-IN" sz="2800" b="1" dirty="0"/>
              <a:t>JavaScript (Optional Validation)</a:t>
            </a:r>
            <a:r>
              <a:rPr lang="en-IN" sz="2800" dirty="0"/>
              <a:t> – Client-side form validation and interactivity.</a:t>
            </a:r>
          </a:p>
          <a:p>
            <a:endParaRPr lang="en-IN" sz="2800" dirty="0"/>
          </a:p>
          <a:p>
            <a:r>
              <a:rPr lang="en-IN" sz="2800" b="1" dirty="0"/>
              <a:t>Web Browser (Chrome/Edge)</a:t>
            </a:r>
            <a:r>
              <a:rPr lang="en-IN" sz="2800" dirty="0"/>
              <a:t> – Used for testing and executing the application.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81200" y="1485900"/>
            <a:ext cx="153109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2800" b="1" dirty="0"/>
              <a:t>Module 1: User Management</a:t>
            </a:r>
          </a:p>
          <a:p>
            <a:r>
              <a:rPr lang="en-US" sz="2800" dirty="0"/>
              <a:t>Handles student registration, login authentication, and session management.</a:t>
            </a:r>
          </a:p>
          <a:p>
            <a:r>
              <a:rPr lang="en-US" sz="2800" dirty="0"/>
              <a:t> Ensures secure access to the examination system.</a:t>
            </a:r>
          </a:p>
          <a:p>
            <a:r>
              <a:rPr lang="en-US" sz="2800" b="1" dirty="0"/>
              <a:t>Module 2: Examination Management</a:t>
            </a:r>
          </a:p>
          <a:p>
            <a:r>
              <a:rPr lang="en-US" sz="2800" dirty="0"/>
              <a:t>Manages question display, exam session handling, and answer submission for 20 multiple-choice questions.</a:t>
            </a:r>
          </a:p>
          <a:p>
            <a:r>
              <a:rPr lang="en-US" sz="2800" dirty="0"/>
              <a:t> </a:t>
            </a:r>
            <a:r>
              <a:rPr lang="en-US" sz="2800" b="1" dirty="0"/>
              <a:t>Module 3: Evaluation &amp; Result Processing</a:t>
            </a:r>
          </a:p>
          <a:p>
            <a:r>
              <a:rPr lang="en-US" sz="2800" dirty="0"/>
              <a:t>Automatically evaluates submitted answers, calculates scores, and generates performance feedback. </a:t>
            </a:r>
            <a:r>
              <a:rPr lang="en-US" sz="2800" b="1" dirty="0"/>
              <a:t>Module 4: Database Management</a:t>
            </a:r>
          </a:p>
          <a:p>
            <a:r>
              <a:rPr lang="en-US" sz="2800" dirty="0"/>
              <a:t>Stores student details, exam questions, responses, and results securely using MySQL. </a:t>
            </a:r>
          </a:p>
          <a:p>
            <a:r>
              <a:rPr lang="en-US" sz="2800" dirty="0"/>
              <a:t>Ensures data integrity and retrieval.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F7249D-A2AD-4F65-BBCE-FFECF77B5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2AE400-023A-4D41-B6E6-8F918EA6B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176975" y="2015465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Home Page (</a:t>
            </a:r>
            <a:r>
              <a:rPr lang="en-US" sz="2800" b="1" dirty="0" err="1"/>
              <a:t>index.php</a:t>
            </a:r>
            <a:r>
              <a:rPr lang="en-US" sz="2800" b="1" dirty="0"/>
              <a:t>)</a:t>
            </a:r>
          </a:p>
          <a:p>
            <a:endParaRPr lang="en-US" sz="2800" b="1" dirty="0"/>
          </a:p>
          <a:p>
            <a:r>
              <a:rPr lang="en-US" sz="2800" dirty="0"/>
              <a:t>Displays the welcome message and provides navigation to the registration page.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E3DE9FF-6D53-4450-B396-A06BA429F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777" y="3974037"/>
            <a:ext cx="13352247" cy="505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58B72C-D8A6-4B0E-8247-675858E8324E}"/>
              </a:ext>
            </a:extLst>
          </p:cNvPr>
          <p:cNvSpPr txBox="1"/>
          <p:nvPr/>
        </p:nvSpPr>
        <p:spPr>
          <a:xfrm>
            <a:off x="2295509" y="2015465"/>
            <a:ext cx="142113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Login / Registration Page (</a:t>
            </a:r>
            <a:r>
              <a:rPr lang="en-US" sz="2800" b="1" dirty="0" err="1"/>
              <a:t>register.php</a:t>
            </a:r>
            <a:r>
              <a:rPr lang="en-US" sz="2800" b="1" dirty="0"/>
              <a:t>)</a:t>
            </a:r>
          </a:p>
          <a:p>
            <a:endParaRPr lang="en-US" sz="2800" b="1" dirty="0"/>
          </a:p>
          <a:p>
            <a:r>
              <a:rPr lang="en-US" sz="2800" dirty="0"/>
              <a:t>Allows students to enter Name, VTU, and Email to access the examination system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9F3762E-0DCF-4707-BBC6-918298BCC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788" y="3859547"/>
            <a:ext cx="10994424" cy="444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1905000" y="2015465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Main Module – Exam Page (</a:t>
            </a:r>
            <a:r>
              <a:rPr lang="en-US" sz="2800" b="1" dirty="0" err="1"/>
              <a:t>exam.php</a:t>
            </a:r>
            <a:r>
              <a:rPr lang="en-US" sz="2800" b="1" dirty="0"/>
              <a:t>)</a:t>
            </a:r>
          </a:p>
          <a:p>
            <a:endParaRPr lang="en-US" sz="2800" b="1" dirty="0"/>
          </a:p>
          <a:p>
            <a:r>
              <a:rPr lang="en-US" sz="2800" dirty="0"/>
              <a:t>Displays 20 multiple-choice questions and allows students to submit their answers.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CA1562-F9E9-45B3-82D7-25E18EE1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626" y="3525924"/>
            <a:ext cx="7640116" cy="5906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57961C-62BC-4E23-91A7-28B1EBA04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6742" y="3983373"/>
            <a:ext cx="7487695" cy="580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96025" y="1963863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 Page – Result (</a:t>
            </a:r>
            <a:r>
              <a:rPr lang="en-US" sz="2800" b="1" dirty="0" err="1"/>
              <a:t>result.php</a:t>
            </a:r>
            <a:r>
              <a:rPr lang="en-US" sz="2800" b="1" dirty="0"/>
              <a:t>)</a:t>
            </a:r>
          </a:p>
          <a:p>
            <a:endParaRPr lang="en-US" sz="2800" b="1" dirty="0"/>
          </a:p>
          <a:p>
            <a:r>
              <a:rPr lang="en-US" sz="2800" dirty="0"/>
              <a:t>Shows the calculated score and performance feedback after automatic evaluation.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B724C-069B-4A54-BDDB-3A15B8B4E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554" y="3667697"/>
            <a:ext cx="9429645" cy="465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Table 52">
            <a:extLst>
              <a:ext uri="{FF2B5EF4-FFF2-40B4-BE49-F238E27FC236}">
                <a16:creationId xmlns:a16="http://schemas.microsoft.com/office/drawing/2014/main" id="{0E98C230-A3A8-4654-AC31-A840B6187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70237"/>
              </p:ext>
            </p:extLst>
          </p:nvPr>
        </p:nvGraphicFramePr>
        <p:xfrm>
          <a:off x="3124200" y="2096225"/>
          <a:ext cx="12573000" cy="6288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400">
                  <a:extLst>
                    <a:ext uri="{9D8B030D-6E8A-4147-A177-3AD203B41FA5}">
                      <a16:colId xmlns:a16="http://schemas.microsoft.com/office/drawing/2014/main" val="1228025366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681712304"/>
                    </a:ext>
                  </a:extLst>
                </a:gridCol>
              </a:tblGrid>
              <a:tr h="849369">
                <a:tc>
                  <a:txBody>
                    <a:bodyPr/>
                    <a:lstStyle/>
                    <a:p>
                      <a:r>
                        <a:rPr lang="en-US" sz="2800" dirty="0"/>
                        <a:t>                       ADVANTAGES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</a:t>
                      </a:r>
                      <a:r>
                        <a:rPr lang="en-US" sz="2800" dirty="0"/>
                        <a:t>LIMITATIONS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229637"/>
                  </a:ext>
                </a:extLst>
              </a:tr>
              <a:tr h="1018011">
                <a:tc>
                  <a:txBody>
                    <a:bodyPr/>
                    <a:lstStyle/>
                    <a:p>
                      <a:r>
                        <a:rPr lang="en-IN" sz="2800" dirty="0"/>
                        <a:t>Provides instant result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Requires stable internet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924624"/>
                  </a:ext>
                </a:extLst>
              </a:tr>
              <a:tr h="1018011">
                <a:tc>
                  <a:txBody>
                    <a:bodyPr/>
                    <a:lstStyle/>
                    <a:p>
                      <a:r>
                        <a:rPr lang="en-IN" sz="2800" dirty="0"/>
                        <a:t>Reduces manual paperwork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Depends on server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871843"/>
                  </a:ext>
                </a:extLst>
              </a:tr>
              <a:tr h="2384766">
                <a:tc>
                  <a:txBody>
                    <a:bodyPr/>
                    <a:lstStyle/>
                    <a:p>
                      <a:r>
                        <a:rPr lang="en-IN" sz="2800" dirty="0"/>
                        <a:t>Minimizes human calculation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Limited to objective-type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81934"/>
                  </a:ext>
                </a:extLst>
              </a:tr>
              <a:tr h="1018011">
                <a:tc>
                  <a:txBody>
                    <a:bodyPr/>
                    <a:lstStyle/>
                    <a:p>
                      <a:r>
                        <a:rPr lang="it-IT" sz="2800" dirty="0"/>
                        <a:t>Secure data storage in MySQL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Risk of technical issues during exam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31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</TotalTime>
  <Words>986</Words>
  <Application>Microsoft Office PowerPoint</Application>
  <PresentationFormat>Custom</PresentationFormat>
  <Paragraphs>288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Times New Roman</vt:lpstr>
      <vt:lpstr>Calibri</vt:lpstr>
      <vt:lpstr>Cambria</vt:lpstr>
      <vt:lpstr>Gotham Bold Italics</vt:lpstr>
      <vt:lpstr>Gotham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AFROSE BEEMA</dc:creator>
  <cp:lastModifiedBy>afrose beema</cp:lastModifiedBy>
  <cp:revision>29</cp:revision>
  <dcterms:created xsi:type="dcterms:W3CDTF">2006-08-16T00:00:00Z</dcterms:created>
  <dcterms:modified xsi:type="dcterms:W3CDTF">2026-05-06T07:37:33Z</dcterms:modified>
  <dc:identifier>DAHCaYqJ9OU</dc:identifier>
</cp:coreProperties>
</file>